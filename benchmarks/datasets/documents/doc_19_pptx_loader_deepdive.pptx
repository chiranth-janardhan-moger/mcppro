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PowerPoint Parser Architecture and Image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PowerPoint Parser Architecture and Image Extraction</a:t>
            </a:r>
          </a:p>
          <a:p>
            <a:r>
              <a:t>Document ID: doc_19_pptx_loader_deepdive</a:t>
            </a:r>
          </a:p>
          <a:p>
            <a:r>
              <a:t>Topics: pptx, loader, ocr</a:t>
            </a:r>
          </a:p>
          <a:p/>
          <a:p>
            <a:r>
              <a:t>1. Overview</a:t>
            </a:r>
          </a:p>
          <a:p>
            <a:r>
              <a:t>This technical specification details custom powerpoint parser architecture and image extraction within the MCPPRO orchestration platform.</a:t>
            </a:r>
          </a:p>
          <a:p>
            <a:r>
              <a:t>Detailed sections cover architectural contracts, runtime memory budgets, error handling semantics, and telemetry capture.</a:t>
            </a:r>
          </a:p>
          <a:p/>
          <a:p>
            <a:r>
              <a:t>2. Implementation Details</a:t>
            </a:r>
          </a:p>
          <a:p>
            <a:r>
              <a:t>The subsystem is encapsulated in the MCPPRO codebase, offering high-throughput, low-latency execution interfaces.</a:t>
            </a:r>
          </a:p>
          <a:p>
            <a:r>
              <a:t>Default parameters are configured for enterprise stability and scalable vector retrieval.</a:t>
            </a:r>
          </a:p>
          <a:p/>
          <a:p>
            <a:r>
              <a:t>3. Validation and Benchmarking Standards</a:t>
            </a:r>
          </a:p>
          <a:p>
            <a:r>
              <a:t>All performance assertions must be validated through automated benchmark suites recording latency percentiles (mean, p50, p90, p95, p99), error rates, and resource utilization.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