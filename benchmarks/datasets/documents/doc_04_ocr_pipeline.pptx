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MCPPRO Document Preprocessor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Multi-format ingestion: PDF, DOCX, PPTX, XLSX, Images (JPEG, PNG).</a:t>
            </a:r>
          </a:p>
          <a:p>
            <a:r>
              <a:t>- Binary magic header inspection prevents file extension spoofing.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Optical Character Recognition Subsystem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Dual Engine Architecture: PyTesseract (CPU lightweight) and EasyOCR (PyTorch GPU/CPU).</a:t>
            </a:r>
          </a:p>
          <a:p>
            <a:r>
              <a:t>-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Extraction: Scans presentation shapes for MSO_SHAPE_TYPE.PICTURE, converts byte buffers to RGB OpenCV matrices, and runs OCR per slide.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Chunk Cleaning and Noise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Repetitive pattern detector finds repeated headers, footers, and page numbers across pages.</a:t>
            </a:r>
          </a:p>
          <a:p>
            <a:r>
              <a:t>- Minimum chunk size threshold filters out uninformative fragments (&lt; 100 characters).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